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60" r:id="rId8"/>
    <p:sldId id="261" r:id="rId9"/>
    <p:sldId id="262" r:id="rId10"/>
    <p:sldId id="263" r:id="rId11"/>
    <p:sldId id="264" r:id="rId12"/>
    <p:sldId id="277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</a:t>
            </a: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</a:t>
            </a: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θ, L)  = 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18872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~5–8%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~18–22%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(PENDING RE-RUN)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Asymmetric Effects: Growth vs. Contraction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solidFill>
            <a:srgbClr val="FBEEDD"/>
          </a:solidFill>
        </p:spPr>
      </p:sp>
      <p:sp>
        <p:nvSpPr>
          <p:cNvPr id="5" name="Shape 3"/>
          <p:cNvSpPr/>
          <p:nvPr/>
        </p:nvSpPr>
        <p:spPr>
          <a:xfrm>
            <a:off x="548640" y="1371600"/>
            <a:ext cx="82296" cy="5029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22960" y="1444752"/>
            <a:ext cx="106344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NUMBERS BELOW ARE ON THE PRE-CORRECTION SPREAD.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the corrected DGS3MO−SOFR series before presenting; keep only if the contraction effect survives.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Buying T-bills is gradual and orderly; selling is forced and immediate. The buffer should bite mainly when supply contracts.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5362956" cy="27432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606040"/>
            <a:ext cx="82296" cy="27432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0" name="Text 8"/>
          <p:cNvSpPr/>
          <p:nvPr/>
        </p:nvSpPr>
        <p:spPr>
          <a:xfrm>
            <a:off x="804672" y="27432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GROWTH PERIODS  (ΔlnS &gt; 0)   N = 32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20040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= −1.79   (p = 0.352, n.s.)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4672" y="3749040"/>
            <a:ext cx="4860036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→ orderly T-bill purchases. Buffer size does not significantly change how issuers move markets.   R² = 0.335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7356" y="2606040"/>
            <a:ext cx="5362956" cy="27432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7356" y="2606040"/>
            <a:ext cx="82296" cy="27432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5" name="Text 13"/>
          <p:cNvSpPr/>
          <p:nvPr/>
        </p:nvSpPr>
        <p:spPr>
          <a:xfrm>
            <a:off x="6533388" y="27432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CONTRACTION PERIODS  (ΔlnS &lt; 0)   N = 19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3388" y="320040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= −12.68 **   (p = 0.037)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3388" y="3749040"/>
            <a:ext cx="4494276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contraction → ~7× larger effect. Forced liquidation drives the sovereign spread. Model explains 73% of stress variation.   R² = 0.728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survives the corrected spread, it is strong support for the fragility mechanism — the buffer matters precisely when supply is falling.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486003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8346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3388" y="2651760"/>
            <a:ext cx="449427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in the low teens (L* ≈ 13%) separating amplification from forced liquidation — located consistently by two methods, though imprecisely estimated.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920240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46520" y="192024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9" name="Text 6"/>
          <p:cNvSpPr/>
          <p:nvPr/>
        </p:nvSpPr>
        <p:spPr>
          <a:xfrm>
            <a:off x="6675120" y="2029968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468880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46520" y="2999232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999232"/>
            <a:ext cx="82296" cy="96012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3" name="Text 10"/>
          <p:cNvSpPr/>
          <p:nvPr/>
        </p:nvSpPr>
        <p:spPr>
          <a:xfrm>
            <a:off x="6675120" y="3108960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75120" y="3547872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the same region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4078224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46520" y="4078224"/>
            <a:ext cx="82296" cy="960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7" name="Text 14"/>
          <p:cNvSpPr/>
          <p:nvPr/>
        </p:nvSpPr>
        <p:spPr>
          <a:xfrm>
            <a:off x="6675120" y="4187952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626864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21" name="Text 18"/>
          <p:cNvSpPr/>
          <p:nvPr/>
        </p:nvSpPr>
        <p:spPr>
          <a:xfrm>
            <a:off x="822960" y="5248656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objects, so do not show them as mutual corroboration.   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only: 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2" cy="2377440"/>
        </p:xfrm>
        <a:graphic>
          <a:graphicData uri="http://schemas.openxmlformats.org/drawingml/2006/table">
            <a:tbl>
              <a:tblPr/>
              <a:tblGrid>
                <a:gridCol w="2011680"/>
                <a:gridCol w="1815998"/>
                <a:gridCol w="1815998"/>
                <a:gridCol w="1815998"/>
                <a:gridCol w="1815998"/>
                <a:gridCol w="1815998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15190</Words>
  <Application>WPS Presentation</Application>
  <PresentationFormat>On-screen Show (16:9)</PresentationFormat>
  <Paragraphs>635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42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Arial</vt:lpstr>
      <vt:lpstr>Microsoft YaHei</vt:lpstr>
      <vt:lpstr>汉仪旗黑</vt:lpstr>
      <vt:lpstr>Arial Unicode MS</vt:lpstr>
      <vt:lpstr>苹方-简</vt:lpstr>
      <vt:lpstr>宋体-简</vt:lpstr>
      <vt:lpstr>汉仪书宋二KW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creator>Stablecoin Privilege Research Group</dc:creator>
  <dc:subject>PptxGenJS Presentation</dc:subject>
  <cp:lastModifiedBy>oybek</cp:lastModifiedBy>
  <cp:revision>2</cp:revision>
  <dcterms:created xsi:type="dcterms:W3CDTF">2026-06-04T11:52:35Z</dcterms:created>
  <dcterms:modified xsi:type="dcterms:W3CDTF">2026-06-04T11:52:35Z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