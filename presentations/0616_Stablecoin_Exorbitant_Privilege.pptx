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71" r:id="rId11"/>
    <p:sldId id="27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 showGuides="1">
      <p:cViewPr varScale="1">
        <p:scale>
          <a:sx n="118" d="100"/>
          <a:sy n="118" d="100"/>
        </p:scale>
        <p:origin x="288" y="200"/>
      </p:cViewPr>
      <p:guideLst>
        <p:guide orient="horz" pos="216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  <a:endParaRPr sz="1200" b="1">
              <a:solidFill>
                <a:srgbClr val="9DB2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  <a:endParaRPr sz="3600" b="1" dirty="0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  <a:endParaRPr sz="2000" b="0" dirty="0">
              <a:solidFill>
                <a:srgbClr val="CADCFC"/>
              </a:solidFill>
              <a:latin typeface="Georgia" panose="020405020504050903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  <a:endParaRPr sz="1600" b="1">
              <a:solidFill>
                <a:srgbClr val="5B8DEF"/>
              </a:solidFill>
              <a:latin typeface="Georgia" panose="020405020504050903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6034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787525"/>
            <a:ext cx="11091545" cy="32042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7525"/>
            <a:ext cx="90170" cy="320357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84289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5180" y="2185670"/>
            <a:ext cx="10699750" cy="278511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β₁ — Privilege Amplification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Tests whether stablecoin supply amplifies spread sensitivity to reserve buffers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Before: β₁ = −6.02 (p &lt; 0.01) — statistically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β₄ — Buffer Interaction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Tests direct effect of reserve buffers on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yield spreads</a:t>
            </a:r>
            <a:endParaRPr lang="en-US" altLang="en-US"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First-differenced: β₄ = +8.86 (p = 0.31) — sign reversed, insignificant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Sign reversal under differencing = textbook spurious regression signal</a:t>
            </a:r>
            <a:endParaRPr sz="14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190280"/>
            <a:ext cx="11091672" cy="1143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285784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565912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  <a:endParaRPr sz="1600" b="1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335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Independent replication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Each team member reproduced the full analysis independently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Reconciliation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Results aligned across all specifications and all members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Verdict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  <a:endParaRPr sz="1350" b="1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  <a:endParaRPr sz="13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endParaRPr sz="1300" b="0">
              <a:solidFill>
                <a:srgbClr val="1B998B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  <a:endParaRPr sz="27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  <a:endParaRPr sz="22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  <a:endParaRPr sz="11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  <a:endParaRPr sz="1500" b="1">
              <a:solidFill>
                <a:srgbClr val="E8A12C"/>
              </a:solidFill>
              <a:latin typeface="Georgia" panose="02040502050405090303"/>
            </a:endParaRP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  <a:endParaRPr sz="11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  <a:endParaRPr sz="13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  <a:endParaRPr sz="17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  <a:endParaRPr sz="15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  <a:endParaRPr sz="15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  <a:endParaRPr sz="11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  <a:endParaRPr sz="1800" b="1">
              <a:solidFill>
                <a:srgbClr val="13294B"/>
              </a:solidFill>
              <a:latin typeface="Georgia" panose="02040502050405090303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2,000-iteration placebo at 3 of 4 maturities (8/13/26-Week). At the individual-auction frequency the association is not detectable, consistent with stablecoin supply being a monthly-frequency variable.</a:t>
            </a:r>
            <a:endParaRPr sz="1450" b="0">
              <a:solidFill>
                <a:srgbClr val="33425C"/>
              </a:solidFill>
              <a:latin typeface="Georgia" panose="020405020504050903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  <a:endParaRPr sz="15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  <a:endParaRPr sz="3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  <a:endParaRPr sz="17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14790</Words>
  <Application>WPS Docs</Application>
  <PresentationFormat>사용자 지정</PresentationFormat>
  <Paragraphs>544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SimSun</vt:lpstr>
      <vt:lpstr>Wingdings</vt:lpstr>
      <vt:lpstr>Arial</vt:lpstr>
      <vt:lpstr>Calibri</vt:lpstr>
      <vt:lpstr>Helvetica Neue</vt:lpstr>
      <vt:lpstr>Georgia</vt:lpstr>
      <vt:lpstr>Georgia</vt:lpstr>
      <vt:lpstr>Georgia</vt:lpstr>
      <vt:lpstr>Georgia</vt:lpstr>
      <vt:lpstr>Calibri</vt:lpstr>
      <vt:lpstr>Calibri</vt:lpstr>
      <vt:lpstr>Calibri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OybekIbragimov</cp:lastModifiedBy>
  <cp:revision>7</cp:revision>
  <dcterms:created xsi:type="dcterms:W3CDTF">2026-06-14T10:37:30Z</dcterms:created>
  <dcterms:modified xsi:type="dcterms:W3CDTF">2026-06-14T10:37:30Z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